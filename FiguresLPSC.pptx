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35"/>
    <p:restoredTop sz="94783"/>
  </p:normalViewPr>
  <p:slideViewPr>
    <p:cSldViewPr snapToGrid="0">
      <p:cViewPr>
        <p:scale>
          <a:sx n="110" d="100"/>
          <a:sy n="110" d="100"/>
        </p:scale>
        <p:origin x="736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D8C35-7106-F9E1-4BFA-F06A304185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D9A2B9-4738-2411-BF34-AC3A09DD6B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FC905-2E56-E132-1FCD-D12C0719C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95663-8E13-E043-87CC-DEF85EF75E61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0B7CE-57D5-0544-459E-56B7F394A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545E5-197E-3F68-6868-0ACC2F601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9C62D-5C1E-304A-A246-0A1DAD1D6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482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65AA4-C18A-03B2-1499-C14A62847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BD6FD-99A1-AEDA-D23A-C4E55D930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0BA2C-A9FE-3118-5BE0-129238655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95663-8E13-E043-87CC-DEF85EF75E61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D8023-4861-AFB6-51ED-56186B37B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0018D-2735-145C-1DB0-83C344339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9C62D-5C1E-304A-A246-0A1DAD1D6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040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D4BE0-07A2-494D-9ABC-C1387BB7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512464-4820-7311-CC2E-89FC4209F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D9B31-1FB6-4CEA-3D20-4E293BEC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95663-8E13-E043-87CC-DEF85EF75E61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4580A-C86A-DC58-C234-07ACD0BE3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1558D-8B6F-DAD7-7740-150450614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9C62D-5C1E-304A-A246-0A1DAD1D6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223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18DCA-94F6-15D6-54A3-DF8D7A5C6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9BEE2-AE15-5898-DC17-F4533A9B48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1782A9-A68C-B417-515E-A9112ACECF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D07FE-E4B4-DBED-219E-4D9FA9B89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95663-8E13-E043-87CC-DEF85EF75E61}" type="datetimeFigureOut">
              <a:rPr lang="en-US" smtClean="0"/>
              <a:t>8/5/26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AC58DC-F3D6-D0CC-1831-0CE0251D1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59FE9D-FAD7-F811-B5D4-B613A426D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9C62D-5C1E-304A-A246-0A1DAD1D6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090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991B-3629-E1DF-F8AF-3698C84E5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6CC2AB-339A-A7FC-F944-48079B75F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ED9854-BD34-512A-941B-5A3C1DE1DB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700F23-19C6-857B-C5CB-E2F0BD5DFA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8AE95F-85FA-1154-4B22-23448BEF81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89BB83-420C-15E4-B471-AF6BE9F26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95663-8E13-E043-87CC-DEF85EF75E61}" type="datetimeFigureOut">
              <a:rPr lang="en-US" smtClean="0"/>
              <a:t>8/5/26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F907B5-2489-4F65-EBE5-BB8EBAFA5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936B28-0302-E478-1E66-1D15F68F5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9C62D-5C1E-304A-A246-0A1DAD1D6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200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9016D-B4A5-1888-69BD-6A79F77E7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83D828-4D4B-CC2A-10BD-51A5E840B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95663-8E13-E043-87CC-DEF85EF75E61}" type="datetimeFigureOut">
              <a:rPr lang="en-US" smtClean="0"/>
              <a:t>8/5/26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0D513F-C7B3-C57D-9F2A-727F078F6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597F7B-63AF-FBDA-E17A-0F038E9CB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9C62D-5C1E-304A-A246-0A1DAD1D6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425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486A2F-D62E-DE03-74A7-7B9D9EEDA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95663-8E13-E043-87CC-DEF85EF75E61}" type="datetimeFigureOut">
              <a:rPr lang="en-US" smtClean="0"/>
              <a:t>8/5/26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B67325-8334-F6D8-D74E-36A14BD0A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3EE25-86D3-EB44-FAA1-3B413B78A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9C62D-5C1E-304A-A246-0A1DAD1D6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963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91D22-E28C-2B6F-3A36-DC1341868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9DE90-1424-EFB7-1250-B60AC4115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6E1566-A75D-AD84-2D8B-8B743EA97D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77F864-15D2-0B2D-0BD1-E13B4A9D2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95663-8E13-E043-87CC-DEF85EF75E61}" type="datetimeFigureOut">
              <a:rPr lang="en-US" smtClean="0"/>
              <a:t>8/5/26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264906-4D38-3CAC-6444-FFC5ABE6A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2F0B1B-B1B0-675B-85F7-74494840A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9C62D-5C1E-304A-A246-0A1DAD1D6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449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EF67E-07BF-14F9-02B6-4318E7636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0FBA7E-92F3-A45D-2EC6-E8CF7F6653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2EE035-9436-8F4A-2E86-0AF3272021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BB742A-E975-7453-F08C-11F84188A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95663-8E13-E043-87CC-DEF85EF75E61}" type="datetimeFigureOut">
              <a:rPr lang="en-US" smtClean="0"/>
              <a:t>8/5/26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0B4E81-CBC8-AAED-A8A0-095EF5F47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3837D7-43AC-DD77-05AD-8AB43DB52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9C62D-5C1E-304A-A246-0A1DAD1D6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416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0B381-93D0-6AAE-1D97-040EEFE7E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369236-096D-9057-F4C1-DA3FDBE746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7D2A2-1937-61A7-407D-EEBF27CDD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95663-8E13-E043-87CC-DEF85EF75E61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7E656-F01A-BD85-657B-4EC3B4FA8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086FF3-6EE7-7FC1-F237-0F145900A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9C62D-5C1E-304A-A246-0A1DAD1D6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892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D90C45-0081-476A-981E-755F16259A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D5DC52-FA0A-C332-F266-7CB36B9C16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855D8-ABE2-CA78-75E7-A7E9A94CC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95663-8E13-E043-87CC-DEF85EF75E61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7503F-10A0-E67A-86AA-A209CE829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B022C-7A06-75BD-95A3-A0B8A9E12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9C62D-5C1E-304A-A246-0A1DAD1D6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847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118AFD-E73E-AA6E-E77D-8B52DED6F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488152-ECFA-EA5C-427F-96FF149F6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26606-6CCB-FBAA-91AB-29BE3E92FF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995663-8E13-E043-87CC-DEF85EF75E61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43807-F6A3-2D86-6469-C9A4F12D0A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2817D-4D50-FD98-EEE1-FF361A80A1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99C62D-5C1E-304A-A246-0A1DAD1D6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249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A6913-4354-85E8-D6E0-2362A073D1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E2A6AC-8CA7-F087-A1A0-04611E8EA3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 descr="A satellite image of a mountain&#10;&#10;AI-generated content may be incorrect.">
            <a:extLst>
              <a:ext uri="{FF2B5EF4-FFF2-40B4-BE49-F238E27FC236}">
                <a16:creationId xmlns:a16="http://schemas.microsoft.com/office/drawing/2014/main" id="{1EBDBE17-66FC-BBD5-7661-83D58F20B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870" y="3934425"/>
            <a:ext cx="4033819" cy="1974162"/>
          </a:xfrm>
          <a:prstGeom prst="rect">
            <a:avLst/>
          </a:prstGeom>
        </p:spPr>
      </p:pic>
      <p:pic>
        <p:nvPicPr>
          <p:cNvPr id="7" name="Picture 6" descr="A map of a mountain&#10;&#10;AI-generated content may be incorrect.">
            <a:extLst>
              <a:ext uri="{FF2B5EF4-FFF2-40B4-BE49-F238E27FC236}">
                <a16:creationId xmlns:a16="http://schemas.microsoft.com/office/drawing/2014/main" id="{30DD0EB5-DDEF-8208-D823-F494BCCED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7164" y="3934424"/>
            <a:ext cx="4033822" cy="1974163"/>
          </a:xfrm>
          <a:prstGeom prst="rect">
            <a:avLst/>
          </a:prstGeom>
        </p:spPr>
      </p:pic>
      <p:pic>
        <p:nvPicPr>
          <p:cNvPr id="11" name="Picture 10" descr="A close-up of a tornado&#10;&#10;AI-generated content may be incorrect.">
            <a:extLst>
              <a:ext uri="{FF2B5EF4-FFF2-40B4-BE49-F238E27FC236}">
                <a16:creationId xmlns:a16="http://schemas.microsoft.com/office/drawing/2014/main" id="{BD1E85B5-347B-4B3A-2A48-D3A30C8AE2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0983" y="3965744"/>
            <a:ext cx="4033822" cy="198193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E503E20-D34E-7926-440D-2DE723DD1B07}"/>
              </a:ext>
            </a:extLst>
          </p:cNvPr>
          <p:cNvSpPr txBox="1"/>
          <p:nvPr/>
        </p:nvSpPr>
        <p:spPr>
          <a:xfrm>
            <a:off x="-1551" y="4006550"/>
            <a:ext cx="15034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d) South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1CABC7-245B-680D-6F8D-A55BCD950F3B}"/>
              </a:ext>
            </a:extLst>
          </p:cNvPr>
          <p:cNvSpPr txBox="1"/>
          <p:nvPr/>
        </p:nvSpPr>
        <p:spPr>
          <a:xfrm>
            <a:off x="4096755" y="4036250"/>
            <a:ext cx="11762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e) South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9B491B-94E2-6336-4C76-714DC207C993}"/>
              </a:ext>
            </a:extLst>
          </p:cNvPr>
          <p:cNvSpPr txBox="1"/>
          <p:nvPr/>
        </p:nvSpPr>
        <p:spPr>
          <a:xfrm>
            <a:off x="8154080" y="4025459"/>
            <a:ext cx="14445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f) South 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F94E42-AFB2-6B1D-D02C-7B6F528BF055}"/>
              </a:ext>
            </a:extLst>
          </p:cNvPr>
          <p:cNvSpPr txBox="1"/>
          <p:nvPr/>
        </p:nvSpPr>
        <p:spPr>
          <a:xfrm>
            <a:off x="5772297" y="2862172"/>
            <a:ext cx="1021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South 5</a:t>
            </a:r>
          </a:p>
        </p:txBody>
      </p:sp>
      <p:pic>
        <p:nvPicPr>
          <p:cNvPr id="22" name="Picture 21" descr="A close-up of a white object&#10;&#10;AI-generated content may be incorrect.">
            <a:extLst>
              <a:ext uri="{FF2B5EF4-FFF2-40B4-BE49-F238E27FC236}">
                <a16:creationId xmlns:a16="http://schemas.microsoft.com/office/drawing/2014/main" id="{760EA8FD-F752-4468-67DA-8AAB38FD7C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3679" y="1952490"/>
            <a:ext cx="4017340" cy="198193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7CC45D1-5910-7A92-6A51-E62E85C73061}"/>
              </a:ext>
            </a:extLst>
          </p:cNvPr>
          <p:cNvSpPr txBox="1"/>
          <p:nvPr/>
        </p:nvSpPr>
        <p:spPr>
          <a:xfrm>
            <a:off x="62936" y="2002782"/>
            <a:ext cx="14445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a) North 1</a:t>
            </a:r>
          </a:p>
        </p:txBody>
      </p:sp>
      <p:pic>
        <p:nvPicPr>
          <p:cNvPr id="9" name="Picture 8" descr="A close-up of a rock&#10;&#10;AI-generated content may be incorrect.">
            <a:extLst>
              <a:ext uri="{FF2B5EF4-FFF2-40B4-BE49-F238E27FC236}">
                <a16:creationId xmlns:a16="http://schemas.microsoft.com/office/drawing/2014/main" id="{174D5512-9A2B-A24F-C594-221A7EC2458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1070"/>
          <a:stretch>
            <a:fillRect/>
          </a:stretch>
        </p:blipFill>
        <p:spPr>
          <a:xfrm>
            <a:off x="3993661" y="1952490"/>
            <a:ext cx="4050298" cy="20132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47B8668-1CE5-E8AF-2E96-BB0ADBCC9A27}"/>
              </a:ext>
            </a:extLst>
          </p:cNvPr>
          <p:cNvSpPr txBox="1"/>
          <p:nvPr/>
        </p:nvSpPr>
        <p:spPr>
          <a:xfrm>
            <a:off x="4096755" y="2044565"/>
            <a:ext cx="14445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b) North 3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AE937FC-E748-E6D4-FE78-CBD47C92CC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1528" y="1952490"/>
            <a:ext cx="4038681" cy="201737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6063AA8-6F30-F25F-10F0-C56A16A292F2}"/>
              </a:ext>
            </a:extLst>
          </p:cNvPr>
          <p:cNvSpPr txBox="1"/>
          <p:nvPr/>
        </p:nvSpPr>
        <p:spPr>
          <a:xfrm>
            <a:off x="8147053" y="2044565"/>
            <a:ext cx="14445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c) North 5</a:t>
            </a:r>
          </a:p>
        </p:txBody>
      </p:sp>
    </p:spTree>
    <p:extLst>
      <p:ext uri="{BB962C8B-B14F-4D97-AF65-F5344CB8AC3E}">
        <p14:creationId xmlns:p14="http://schemas.microsoft.com/office/powerpoint/2010/main" val="753459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1466E-040D-1DE5-91FE-C5923C195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snow&#10;&#10;AI-generated content may be incorrect.">
            <a:extLst>
              <a:ext uri="{FF2B5EF4-FFF2-40B4-BE49-F238E27FC236}">
                <a16:creationId xmlns:a16="http://schemas.microsoft.com/office/drawing/2014/main" id="{4BC4B5B5-6B88-9CD9-1B09-C3F90751A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63560" cy="21966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7A1D3B-F133-80C1-2366-6037321F5920}"/>
              </a:ext>
            </a:extLst>
          </p:cNvPr>
          <p:cNvSpPr txBox="1"/>
          <p:nvPr/>
        </p:nvSpPr>
        <p:spPr>
          <a:xfrm>
            <a:off x="130629" y="143691"/>
            <a:ext cx="2717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South 3 -58.3N 93.7E</a:t>
            </a:r>
          </a:p>
        </p:txBody>
      </p:sp>
      <p:pic>
        <p:nvPicPr>
          <p:cNvPr id="7" name="Picture 6" descr="A satellite image of a whale&#10;&#10;AI-generated content may be incorrect.">
            <a:extLst>
              <a:ext uri="{FF2B5EF4-FFF2-40B4-BE49-F238E27FC236}">
                <a16:creationId xmlns:a16="http://schemas.microsoft.com/office/drawing/2014/main" id="{60FF4B73-0402-33E2-873C-59AB1251E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3560" y="0"/>
            <a:ext cx="3810181" cy="22469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CD4BB7B-7517-8853-6984-C3001BBD1B73}"/>
              </a:ext>
            </a:extLst>
          </p:cNvPr>
          <p:cNvSpPr txBox="1"/>
          <p:nvPr/>
        </p:nvSpPr>
        <p:spPr>
          <a:xfrm>
            <a:off x="4463560" y="55823"/>
            <a:ext cx="2717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South 4 -55.1N 108.9E</a:t>
            </a:r>
          </a:p>
        </p:txBody>
      </p:sp>
      <p:pic>
        <p:nvPicPr>
          <p:cNvPr id="13" name="Picture 12" descr="A close-up of a white object&#10;&#10;AI-generated content may be incorrect.">
            <a:extLst>
              <a:ext uri="{FF2B5EF4-FFF2-40B4-BE49-F238E27FC236}">
                <a16:creationId xmlns:a16="http://schemas.microsoft.com/office/drawing/2014/main" id="{CA045AFB-4C54-9C73-63C4-B06EAE4EC6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3741" y="0"/>
            <a:ext cx="3877113" cy="22469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995066A-E4C0-64F8-C872-033F85690CEE}"/>
              </a:ext>
            </a:extLst>
          </p:cNvPr>
          <p:cNvSpPr txBox="1"/>
          <p:nvPr/>
        </p:nvSpPr>
        <p:spPr>
          <a:xfrm>
            <a:off x="8273741" y="55823"/>
            <a:ext cx="2717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*South 6 -56.9N 96.3E</a:t>
            </a:r>
          </a:p>
        </p:txBody>
      </p:sp>
      <p:pic>
        <p:nvPicPr>
          <p:cNvPr id="16" name="Picture 15" descr="A close-up of a rock&#10;&#10;AI-generated content may be incorrect.">
            <a:extLst>
              <a:ext uri="{FF2B5EF4-FFF2-40B4-BE49-F238E27FC236}">
                <a16:creationId xmlns:a16="http://schemas.microsoft.com/office/drawing/2014/main" id="{4881D5BF-131B-35CF-C65C-B1BDD71A41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196634"/>
            <a:ext cx="3810181" cy="220629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4A569F2-232E-6D9A-9994-40598AC9E73E}"/>
              </a:ext>
            </a:extLst>
          </p:cNvPr>
          <p:cNvSpPr txBox="1"/>
          <p:nvPr/>
        </p:nvSpPr>
        <p:spPr>
          <a:xfrm>
            <a:off x="61260" y="2196634"/>
            <a:ext cx="2717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South 7 -57.5N 91.89E</a:t>
            </a:r>
          </a:p>
        </p:txBody>
      </p:sp>
      <p:pic>
        <p:nvPicPr>
          <p:cNvPr id="20" name="Picture 19" descr="A close-up of a snow covered surface&#10;&#10;AI-generated content may be incorrect.">
            <a:extLst>
              <a:ext uri="{FF2B5EF4-FFF2-40B4-BE49-F238E27FC236}">
                <a16:creationId xmlns:a16="http://schemas.microsoft.com/office/drawing/2014/main" id="{58612BE9-736F-AC3B-63CF-CDD4D41F34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181" y="2192260"/>
            <a:ext cx="3810181" cy="220100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3613A54-DFFF-2500-BB38-7656E83B1219}"/>
              </a:ext>
            </a:extLst>
          </p:cNvPr>
          <p:cNvSpPr txBox="1"/>
          <p:nvPr/>
        </p:nvSpPr>
        <p:spPr>
          <a:xfrm>
            <a:off x="3810181" y="2118075"/>
            <a:ext cx="2717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*South 8 -60.57N 83.6E</a:t>
            </a:r>
          </a:p>
        </p:txBody>
      </p:sp>
      <p:pic>
        <p:nvPicPr>
          <p:cNvPr id="23" name="Picture 22" descr="A close-up of a snow formation&#10;&#10;AI-generated content may be incorrect.">
            <a:extLst>
              <a:ext uri="{FF2B5EF4-FFF2-40B4-BE49-F238E27FC236}">
                <a16:creationId xmlns:a16="http://schemas.microsoft.com/office/drawing/2014/main" id="{6E70EFE2-F6FF-2A79-426C-94CA64AC15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362" y="2192260"/>
            <a:ext cx="3810181" cy="217995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7D6B8EA-3110-A1B2-590D-8E0E621808E6}"/>
              </a:ext>
            </a:extLst>
          </p:cNvPr>
          <p:cNvSpPr txBox="1"/>
          <p:nvPr/>
        </p:nvSpPr>
        <p:spPr>
          <a:xfrm>
            <a:off x="7694566" y="2192260"/>
            <a:ext cx="2717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*South 9 -57N 104.6E</a:t>
            </a:r>
          </a:p>
        </p:txBody>
      </p:sp>
      <p:pic>
        <p:nvPicPr>
          <p:cNvPr id="26" name="Picture 25" descr="A close-up of a rock formation&#10;&#10;AI-generated content may be incorrect.">
            <a:extLst>
              <a:ext uri="{FF2B5EF4-FFF2-40B4-BE49-F238E27FC236}">
                <a16:creationId xmlns:a16="http://schemas.microsoft.com/office/drawing/2014/main" id="{DC0D077B-00CA-D34C-358D-51AC46E957F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4393268"/>
            <a:ext cx="4122732" cy="236550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4C38A30-C33D-1946-9F57-457641FC4A68}"/>
              </a:ext>
            </a:extLst>
          </p:cNvPr>
          <p:cNvSpPr txBox="1"/>
          <p:nvPr/>
        </p:nvSpPr>
        <p:spPr>
          <a:xfrm>
            <a:off x="0" y="4577934"/>
            <a:ext cx="2717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?South 10 -55.1N 136.9E</a:t>
            </a:r>
          </a:p>
        </p:txBody>
      </p:sp>
      <p:pic>
        <p:nvPicPr>
          <p:cNvPr id="29" name="Picture 28" descr="A close-up of a rock formation&#10;&#10;AI-generated content may be incorrect.">
            <a:extLst>
              <a:ext uri="{FF2B5EF4-FFF2-40B4-BE49-F238E27FC236}">
                <a16:creationId xmlns:a16="http://schemas.microsoft.com/office/drawing/2014/main" id="{A3810F03-B6B7-C28A-84B3-83F8B36D3A4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22732" y="4372214"/>
            <a:ext cx="3752546" cy="236550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C6BF431E-3D1B-28B0-2FED-CD9AFC932A9E}"/>
              </a:ext>
            </a:extLst>
          </p:cNvPr>
          <p:cNvSpPr txBox="1"/>
          <p:nvPr/>
        </p:nvSpPr>
        <p:spPr>
          <a:xfrm>
            <a:off x="4640468" y="6400862"/>
            <a:ext cx="2717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*South 11 -50.8N 97.3E</a:t>
            </a:r>
          </a:p>
        </p:txBody>
      </p:sp>
      <p:pic>
        <p:nvPicPr>
          <p:cNvPr id="32" name="Picture 31" descr="A close-up of a pointy object&#10;&#10;AI-generated content may be incorrect.">
            <a:extLst>
              <a:ext uri="{FF2B5EF4-FFF2-40B4-BE49-F238E27FC236}">
                <a16:creationId xmlns:a16="http://schemas.microsoft.com/office/drawing/2014/main" id="{2DF88335-7420-D1CD-F651-4E86B2444AA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75278" y="4328697"/>
            <a:ext cx="3752546" cy="237463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83B70B7E-4137-96A0-335D-CACDDF599605}"/>
              </a:ext>
            </a:extLst>
          </p:cNvPr>
          <p:cNvSpPr txBox="1"/>
          <p:nvPr/>
        </p:nvSpPr>
        <p:spPr>
          <a:xfrm>
            <a:off x="8219629" y="4322515"/>
            <a:ext cx="2717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South 12 -54.9N 137.1E</a:t>
            </a:r>
          </a:p>
        </p:txBody>
      </p:sp>
    </p:spTree>
    <p:extLst>
      <p:ext uri="{BB962C8B-B14F-4D97-AF65-F5344CB8AC3E}">
        <p14:creationId xmlns:p14="http://schemas.microsoft.com/office/powerpoint/2010/main" val="1805767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34B5A-1F6E-4066-9DEF-CDFED565B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stone&#10;&#10;AI-generated content may be incorrect.">
            <a:extLst>
              <a:ext uri="{FF2B5EF4-FFF2-40B4-BE49-F238E27FC236}">
                <a16:creationId xmlns:a16="http://schemas.microsoft.com/office/drawing/2014/main" id="{19ACCC2D-B4C7-4B8E-0879-A55E01148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518263" cy="21989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0CF262B-7B43-C07B-65BF-EE59AC2708C5}"/>
              </a:ext>
            </a:extLst>
          </p:cNvPr>
          <p:cNvSpPr txBox="1"/>
          <p:nvPr/>
        </p:nvSpPr>
        <p:spPr>
          <a:xfrm>
            <a:off x="130629" y="143691"/>
            <a:ext cx="2717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*South 13 -56.2N 103.1E</a:t>
            </a:r>
          </a:p>
        </p:txBody>
      </p:sp>
      <p:pic>
        <p:nvPicPr>
          <p:cNvPr id="9" name="Picture 8" descr="A close-up of a snow&#10;&#10;AI-generated content may be incorrect.">
            <a:extLst>
              <a:ext uri="{FF2B5EF4-FFF2-40B4-BE49-F238E27FC236}">
                <a16:creationId xmlns:a16="http://schemas.microsoft.com/office/drawing/2014/main" id="{96A54999-E975-27A3-3474-381747BE5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8263" y="-28747"/>
            <a:ext cx="3518263" cy="22210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3A6C60F-990D-B0F5-3CE6-081C26F97932}"/>
              </a:ext>
            </a:extLst>
          </p:cNvPr>
          <p:cNvSpPr txBox="1"/>
          <p:nvPr/>
        </p:nvSpPr>
        <p:spPr>
          <a:xfrm>
            <a:off x="3579523" y="55823"/>
            <a:ext cx="2717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South 14 -57N 47.2E</a:t>
            </a:r>
          </a:p>
        </p:txBody>
      </p:sp>
      <p:pic>
        <p:nvPicPr>
          <p:cNvPr id="11" name="Picture 10" descr="A close up of a rock&#10;&#10;AI-generated content may be incorrect.">
            <a:extLst>
              <a:ext uri="{FF2B5EF4-FFF2-40B4-BE49-F238E27FC236}">
                <a16:creationId xmlns:a16="http://schemas.microsoft.com/office/drawing/2014/main" id="{CE393545-73FB-5891-0DF7-E294D31545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6526" y="-28747"/>
            <a:ext cx="3879550" cy="224210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398C3B6-286A-659D-9B3F-54AA556F4DF8}"/>
              </a:ext>
            </a:extLst>
          </p:cNvPr>
          <p:cNvSpPr txBox="1"/>
          <p:nvPr/>
        </p:nvSpPr>
        <p:spPr>
          <a:xfrm>
            <a:off x="7036526" y="50867"/>
            <a:ext cx="2717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South 15 -56.6N 50.3E</a:t>
            </a:r>
          </a:p>
        </p:txBody>
      </p:sp>
    </p:spTree>
    <p:extLst>
      <p:ext uri="{BB962C8B-B14F-4D97-AF65-F5344CB8AC3E}">
        <p14:creationId xmlns:p14="http://schemas.microsoft.com/office/powerpoint/2010/main" val="1548661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154672</TotalTime>
  <Words>92</Words>
  <Application>Microsoft Macintosh PowerPoint</Application>
  <PresentationFormat>Widescreen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Laura Sofia Perez</dc:creator>
  <cp:lastModifiedBy>Laura Sofia Perez</cp:lastModifiedBy>
  <cp:revision>6</cp:revision>
  <dcterms:created xsi:type="dcterms:W3CDTF">2025-12-27T04:10:27Z</dcterms:created>
  <dcterms:modified xsi:type="dcterms:W3CDTF">2026-09-15T03:57:07Z</dcterms:modified>
</cp:coreProperties>
</file>