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087"/>
    <p:restoredTop sz="94818"/>
  </p:normalViewPr>
  <p:slideViewPr>
    <p:cSldViewPr snapToGrid="0">
      <p:cViewPr>
        <p:scale>
          <a:sx n="127" d="100"/>
          <a:sy n="127" d="100"/>
        </p:scale>
        <p:origin x="336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D8C35-7106-F9E1-4BFA-F06A304185A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2D9A2B9-4738-2411-BF34-AC3A09DD6B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FC905-2E56-E132-1FCD-D12C0719C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B0B7CE-57D5-0544-459E-56B7F394A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8545E5-197E-3F68-6868-0ACC2F601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64826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65AA4-C18A-03B2-1499-C14A62847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7BD6FD-99A1-AEDA-D23A-C4E55D9304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B0BA2C-A9FE-3118-5BE0-129238655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D8023-4861-AFB6-51ED-56186B37B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0018D-2735-145C-1DB0-83C344339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80409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D4BE0-07A2-494D-9ABC-C1387BB721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512464-4820-7311-CC2E-89FC4209FC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0D9B31-1FB6-4CEA-3D20-4E293BEC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34580A-C86A-DC58-C234-07ACD0BE3F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61558D-8B6F-DAD7-7740-1504506146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42237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418DCA-94F6-15D6-54A3-DF8D7A5C6B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49BEE2-AE15-5898-DC17-F4533A9B48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1782A9-A68C-B417-515E-A9112ACECF0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BD07FE-E4B4-DBED-219E-4D9FA9B892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AC58DC-F3D6-D0CC-1831-0CE0251D11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59FE9D-FAD7-F811-B5D4-B613A426D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00906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28991B-3629-E1DF-F8AF-3698C84E5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6CC2AB-339A-A7FC-F944-48079B75F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ED9854-BD34-512A-941B-5A3C1DE1DBF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700F23-19C6-857B-C5CB-E2F0BD5DFAB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58AE95F-85FA-1154-4B22-23448BEF816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289BB83-420C-15E4-B471-AF6BE9F26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F907B5-2489-4F65-EBE5-BB8EBAFA5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C936B28-0302-E478-1E66-1D15F68F5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02000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9016D-B4A5-1888-69BD-6A79F77E7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183D828-4D4B-CC2A-10BD-51A5E840BC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D0D513F-C7B3-C57D-9F2A-727F078F6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597F7B-63AF-FBDA-E17A-0F038E9CB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425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C486A2F-D62E-DE03-74A7-7B9D9EEDA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2B67325-8334-F6D8-D74E-36A14BD0A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23EE25-86D3-EB44-FAA1-3B413B78A9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5963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91D22-E28C-2B6F-3A36-DC1341868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D9DE90-1424-EFB7-1250-B60AC4115F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6E1566-A75D-AD84-2D8B-8B743EA97D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E77F864-15D2-0B2D-0BD1-E13B4A9D2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264906-4D38-3CAC-6444-FFC5ABE6A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F0B1B-B1B0-675B-85F7-74494840A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495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8EF67E-07BF-14F9-02B6-4318E76365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10FBA7E-92F3-A45D-2EC6-E8CF7F6653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B2EE035-9436-8F4A-2E86-0AF3272021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BB742A-E975-7453-F08C-11F84188A7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0B4E81-CBC8-AAED-A8A0-095EF5F47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3837D7-43AC-DD77-05AD-8AB43DB52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16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0B381-93D0-6AAE-1D97-040EEFE7E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369236-096D-9057-F4C1-DA3FDBE746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7D2A2-1937-61A7-407D-EEBF27CDD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07E656-F01A-BD85-657B-4EC3B4FA8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086FF3-6EE7-7FC1-F237-0F145900A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08922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D90C45-0081-476A-981E-755F16259A6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D5DC52-FA0A-C332-F266-7CB36B9C16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855D8-ABE2-CA78-75E7-A7E9A94CC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97503F-10A0-E67A-86AA-A209CE829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9B022C-7A06-75BD-95A3-A0B8A9E12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38479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8118AFD-E73E-AA6E-E77D-8B52DED6FE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488152-ECFA-EA5C-427F-96FF149F67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6606-6CCB-FBAA-91AB-29BE3E92FF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8995663-8E13-E043-87CC-DEF85EF75E61}" type="datetimeFigureOut">
              <a:rPr lang="en-US" smtClean="0"/>
              <a:t>3/9/26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043807-F6A3-2D86-6469-C9A4F12D0A8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2817D-4D50-FD98-EEE1-FF361A80A1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99C62D-5C1E-304A-A246-0A1DAD1D67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493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0A6913-4354-85E8-D6E0-2362A073D1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E2A6AC-8CA7-F087-A1A0-04611E8EA3E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5" name="Picture 4" descr="A satellite image of a mountain&#10;&#10;AI-generated content may be incorrect.">
            <a:extLst>
              <a:ext uri="{FF2B5EF4-FFF2-40B4-BE49-F238E27FC236}">
                <a16:creationId xmlns:a16="http://schemas.microsoft.com/office/drawing/2014/main" id="{1EBDBE17-66FC-BBD5-7661-83D58F20B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7870" y="3934425"/>
            <a:ext cx="4033819" cy="1974162"/>
          </a:xfrm>
          <a:prstGeom prst="rect">
            <a:avLst/>
          </a:prstGeom>
        </p:spPr>
      </p:pic>
      <p:pic>
        <p:nvPicPr>
          <p:cNvPr id="7" name="Picture 6" descr="A map of a mountain&#10;&#10;AI-generated content may be incorrect.">
            <a:extLst>
              <a:ext uri="{FF2B5EF4-FFF2-40B4-BE49-F238E27FC236}">
                <a16:creationId xmlns:a16="http://schemas.microsoft.com/office/drawing/2014/main" id="{30DD0EB5-DDEF-8208-D823-F494BCCED9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7164" y="3934424"/>
            <a:ext cx="4033822" cy="1974163"/>
          </a:xfrm>
          <a:prstGeom prst="rect">
            <a:avLst/>
          </a:prstGeom>
        </p:spPr>
      </p:pic>
      <p:pic>
        <p:nvPicPr>
          <p:cNvPr id="11" name="Picture 10" descr="A close-up of a tornado&#10;&#10;AI-generated content may be incorrect.">
            <a:extLst>
              <a:ext uri="{FF2B5EF4-FFF2-40B4-BE49-F238E27FC236}">
                <a16:creationId xmlns:a16="http://schemas.microsoft.com/office/drawing/2014/main" id="{BD1E85B5-347B-4B3A-2A48-D3A30C8AE2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50983" y="3965744"/>
            <a:ext cx="4033822" cy="198193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503E20-D34E-7926-440D-2DE723DD1B07}"/>
              </a:ext>
            </a:extLst>
          </p:cNvPr>
          <p:cNvSpPr txBox="1"/>
          <p:nvPr/>
        </p:nvSpPr>
        <p:spPr>
          <a:xfrm>
            <a:off x="-1551" y="4006550"/>
            <a:ext cx="150342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d) South 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A1CABC7-245B-680D-6F8D-A55BCD950F3B}"/>
              </a:ext>
            </a:extLst>
          </p:cNvPr>
          <p:cNvSpPr txBox="1"/>
          <p:nvPr/>
        </p:nvSpPr>
        <p:spPr>
          <a:xfrm>
            <a:off x="4096755" y="4036250"/>
            <a:ext cx="11762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e) South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9B491B-94E2-6336-4C76-714DC207C993}"/>
              </a:ext>
            </a:extLst>
          </p:cNvPr>
          <p:cNvSpPr txBox="1"/>
          <p:nvPr/>
        </p:nvSpPr>
        <p:spPr>
          <a:xfrm>
            <a:off x="8154080" y="4025459"/>
            <a:ext cx="14445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f) South 5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F94E42-AFB2-6B1D-D02C-7B6F528BF055}"/>
              </a:ext>
            </a:extLst>
          </p:cNvPr>
          <p:cNvSpPr txBox="1"/>
          <p:nvPr/>
        </p:nvSpPr>
        <p:spPr>
          <a:xfrm>
            <a:off x="5772297" y="2862172"/>
            <a:ext cx="10219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South 5</a:t>
            </a:r>
          </a:p>
        </p:txBody>
      </p:sp>
      <p:pic>
        <p:nvPicPr>
          <p:cNvPr id="22" name="Picture 21" descr="A close-up of a white object&#10;&#10;AI-generated content may be incorrect.">
            <a:extLst>
              <a:ext uri="{FF2B5EF4-FFF2-40B4-BE49-F238E27FC236}">
                <a16:creationId xmlns:a16="http://schemas.microsoft.com/office/drawing/2014/main" id="{760EA8FD-F752-4468-67DA-8AAB38FD7C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3679" y="1952490"/>
            <a:ext cx="4017340" cy="198193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F7CC45D1-5910-7A92-6A51-E62E85C73061}"/>
              </a:ext>
            </a:extLst>
          </p:cNvPr>
          <p:cNvSpPr txBox="1"/>
          <p:nvPr/>
        </p:nvSpPr>
        <p:spPr>
          <a:xfrm>
            <a:off x="62936" y="2002782"/>
            <a:ext cx="14445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a) North 1</a:t>
            </a:r>
          </a:p>
        </p:txBody>
      </p:sp>
      <p:pic>
        <p:nvPicPr>
          <p:cNvPr id="9" name="Picture 8" descr="A close-up of a rock&#10;&#10;AI-generated content may be incorrect.">
            <a:extLst>
              <a:ext uri="{FF2B5EF4-FFF2-40B4-BE49-F238E27FC236}">
                <a16:creationId xmlns:a16="http://schemas.microsoft.com/office/drawing/2014/main" id="{174D5512-9A2B-A24F-C594-221A7EC24587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11070"/>
          <a:stretch>
            <a:fillRect/>
          </a:stretch>
        </p:blipFill>
        <p:spPr>
          <a:xfrm>
            <a:off x="3993661" y="1952490"/>
            <a:ext cx="4050298" cy="201325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7B8668-1CE5-E8AF-2E96-BB0ADBCC9A27}"/>
              </a:ext>
            </a:extLst>
          </p:cNvPr>
          <p:cNvSpPr txBox="1"/>
          <p:nvPr/>
        </p:nvSpPr>
        <p:spPr>
          <a:xfrm>
            <a:off x="4096755" y="2044565"/>
            <a:ext cx="14445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b) North 3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8AE937FC-E748-E6D4-FE78-CBD47C92CCE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1528" y="1952490"/>
            <a:ext cx="4038681" cy="2017378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6063AA8-6F30-F25F-10F0-C56A16A292F2}"/>
              </a:ext>
            </a:extLst>
          </p:cNvPr>
          <p:cNvSpPr txBox="1"/>
          <p:nvPr/>
        </p:nvSpPr>
        <p:spPr>
          <a:xfrm>
            <a:off x="8147053" y="2044565"/>
            <a:ext cx="14445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c) North 5</a:t>
            </a:r>
          </a:p>
        </p:txBody>
      </p:sp>
    </p:spTree>
    <p:extLst>
      <p:ext uri="{BB962C8B-B14F-4D97-AF65-F5344CB8AC3E}">
        <p14:creationId xmlns:p14="http://schemas.microsoft.com/office/powerpoint/2010/main" val="7534599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B1466E-040D-1DE5-91FE-C5923C195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6F3F847C-EB06-9E18-549E-ED1775912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416" y="0"/>
            <a:ext cx="5757584" cy="3454551"/>
          </a:xfrm>
          <a:prstGeom prst="rect">
            <a:avLst/>
          </a:prstGeom>
        </p:spPr>
      </p:pic>
      <p:pic>
        <p:nvPicPr>
          <p:cNvPr id="10" name="Picture 9" descr="A graph of a graph of a graph of a graph of a graph of a graph of a graph of a graph of a graph of a graph of a graph of a graph of a graph of&#10;&#10;AI-generated content may be incorrect.">
            <a:extLst>
              <a:ext uri="{FF2B5EF4-FFF2-40B4-BE49-F238E27FC236}">
                <a16:creationId xmlns:a16="http://schemas.microsoft.com/office/drawing/2014/main" id="{E2CB1A1B-A1CD-214F-E059-6E2310EDB7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7559" y="1"/>
            <a:ext cx="5757583" cy="3454550"/>
          </a:xfrm>
          <a:prstGeom prst="rect">
            <a:avLst/>
          </a:prstGeom>
        </p:spPr>
      </p:pic>
      <p:pic>
        <p:nvPicPr>
          <p:cNvPr id="17" name="Picture 16" descr="A graph of a normalized time and a normalized time&#10;&#10;AI-generated content may be incorrect.">
            <a:extLst>
              <a:ext uri="{FF2B5EF4-FFF2-40B4-BE49-F238E27FC236}">
                <a16:creationId xmlns:a16="http://schemas.microsoft.com/office/drawing/2014/main" id="{386B38BA-1DE6-6A8D-13EE-5DDE27A953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8998" y="3403450"/>
            <a:ext cx="5757583" cy="3454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57671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26991</TotalTime>
  <Words>26</Words>
  <Application>Microsoft Macintosh PowerPoint</Application>
  <PresentationFormat>Widescreen</PresentationFormat>
  <Paragraphs>7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Laura Sofia Perez</dc:creator>
  <cp:lastModifiedBy>Laura Sofia Perez</cp:lastModifiedBy>
  <cp:revision>3</cp:revision>
  <dcterms:created xsi:type="dcterms:W3CDTF">2025-12-27T04:10:27Z</dcterms:created>
  <dcterms:modified xsi:type="dcterms:W3CDTF">2026-03-13T21:36:49Z</dcterms:modified>
</cp:coreProperties>
</file>